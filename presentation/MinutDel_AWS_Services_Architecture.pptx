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4389120" cy="384048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9900"/>
                </a:solidFill>
              </a:defRPr>
            </a:pPr>
            <a:r>
              <a:t>☁️ AWS SERVICES &amp; FULL-STACK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9669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MinutDel: How AWS Cloud Services Power</a:t>
            </a:r>
            <a:br/>
            <a:r>
              <a:t>a 10-Minute Quick Commerce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technical architectural breakdown of how Amazon EC2, Amazon SES, Amazon S3, Amazon RDS,</a:t>
            </a:r>
            <a:br/>
            <a:r>
              <a:t>AWS IAM, and Amazon CloudWatch interact seamlessly to deliver sub-second order fulfillment.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60520"/>
            <a:ext cx="1874519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9900"/>
                </a:solidFill>
              </a:defRPr>
            </a:pPr>
            <a:r>
              <a:t>COMPUTE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Amazon EC2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Spring Boot + Tomcat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4160520"/>
            <a:ext cx="1874519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9900"/>
                </a:solidFill>
              </a:defRPr>
            </a:pPr>
            <a:r>
              <a:t>MESSAGING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Amazon SES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Async Tax Invoicing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4160520"/>
            <a:ext cx="1874519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9900"/>
                </a:solidFill>
              </a:defRPr>
            </a:pPr>
            <a:r>
              <a:t>STORAGE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Amazon S3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Decoupled Media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7456" y="4160520"/>
            <a:ext cx="1874519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9900"/>
                </a:solidFill>
              </a:defRPr>
            </a:pPr>
            <a:r>
              <a:t>DATABASE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Amazon RDS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PostgreSQL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0848" y="4160520"/>
            <a:ext cx="1874519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9900"/>
                </a:solidFill>
              </a:defRPr>
            </a:pPr>
            <a:r>
              <a:t>SECURITY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AWS IAM &amp; SG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Least-Privilege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Author: Arnav Astu   •   Project: MinutDel   •   Live GitHub: github.com/ArnavAstu/MinutDel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01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Quick Commerce Demands AWS Cloud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Traditional on-premise servers fail under flash demand spikes; cloud decoupling solves the bottleneck.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CB46"/>
                </a:solidFill>
              </a:defRPr>
            </a:pPr>
            <a:r>
              <a:t>🔥 The Quick Commerce Problem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Extreme Traffic Spikes: Breakfast and dinner hours bring 20x traffic surges.</a:t>
            </a:r>
            <a:br/>
            <a:r>
              <a:t>• Fatal Over-Selling: Finite dark store stock requires instant ACID database locking.</a:t>
            </a:r>
            <a:br/>
            <a:r>
              <a:t>• Server Thread Exhaustion: Delivering heavy grocery media directly from application servers crashes CPU.</a:t>
            </a:r>
            <a:br/>
            <a:r>
              <a:t>• Checkout Latency: Synchronous SMTP email sending blocks customer checkout buttons.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831F"/>
                </a:solidFill>
              </a:defRPr>
            </a:pPr>
            <a:r>
              <a:t>☁️ How AWS Solves It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Elastic Compute (EC2): Stateless application container scales horizontally without losing state.</a:t>
            </a:r>
            <a:br/>
            <a:r>
              <a:t>• Transactional Email (SES): Asynchronously dispatches verified invoices without blocking checkout.</a:t>
            </a:r>
            <a:br/>
            <a:r>
              <a:t>• Object Storage (S3): Media served directly from AWS buckets, offloading 100% of image bandwidth from EC2.</a:t>
            </a:r>
            <a:br/>
            <a:r>
              <a:t>• Managed Database (RDS): Dedicated transaction isolation and multi-AZ durability for inventory.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Zero-Cost Free Tier Fit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100% Free Tier Compliant: Engineered specifically to run 24/7 without incurring cloud charges.</a:t>
            </a:r>
            <a:br/>
            <a:r>
              <a:t>• EC2: 750 free hours/month (t2.micro).</a:t>
            </a:r>
            <a:br/>
            <a:r>
              <a:t>• S3: 5 GB storage + 20,000 GET requests free.</a:t>
            </a:r>
            <a:br/>
            <a:r>
              <a:t>• RDS: 750 free hours/month (db.t3.micro).</a:t>
            </a:r>
            <a:br/>
            <a:r>
              <a:t>• SES: 62,000 free outbound emails/month when triggered from an EC2 instance.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02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Complete MinutDel AWS Service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How frontend requests traverse AWS network boundaries, compute, messaging, and storage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102412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1. EDGE &amp; NETWORK  •  AWS VPC &amp; Security Groups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Port 22 (SSH Administration): Restricted inbound access</a:t>
            </a:r>
            <a:br/>
            <a:r>
              <a:t>• Port 80 (HTTP): Public ingress gateway</a:t>
            </a:r>
            <a:br/>
            <a:r>
              <a:t>• Port 8080 (Custom TCP): MinutDel Spring Boot REST API &amp; embedded React UI</a:t>
            </a:r>
            <a:br/>
            <a:r>
              <a:t>• NAT &amp; Internet Gateway for outbound AWS API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2412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2. COMPUTE ENGINE  •  Amazon EC2 (t2.micro / Ubuntu 24.04)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Embedded Apache Tomcat web server</a:t>
            </a:r>
            <a:br/>
            <a:r>
              <a:t>• Single-Artifact deployment: Vite React SPA compiled into Spring Boot</a:t>
            </a:r>
            <a:br/>
            <a:r>
              <a:t>• @Async Thread Pool: Non-blocking 10-minute delivery lifecycle simulator</a:t>
            </a:r>
            <a:br/>
            <a:r>
              <a:t>• Mock Payment Gateway processor (UPI, Card, NetBanking)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0728655" cy="102412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3. TRANSACTIONAL MESSAGING  •  Amazon SES (Simple Email Service)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Asynchronous order confirmation event trigger</a:t>
            </a:r>
            <a:br/>
            <a:r>
              <a:t>• AWS SDK v2 SesClient with DKIM/SPF verification</a:t>
            </a:r>
            <a:br/>
            <a:r>
              <a:t>• Generates responsive HTML tax invoice bills</a:t>
            </a:r>
            <a:br/>
            <a:r>
              <a:t>• Reports delivery status to customer inboxes with 62k free emails/mo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102412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4. PERSISTENCE &amp; STORAGE  •  Amazon S3 + Amazon RDS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Amazon S3: Object storage bucket for product catalog imagery</a:t>
            </a:r>
            <a:br/>
            <a:r>
              <a:t>• Amazon RDS PostgreSQL: Transactional ACID inventory locking</a:t>
            </a:r>
            <a:br/>
            <a:r>
              <a:t>• Dual-Profile Agility: Seamless switch between local H2 and AWS 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03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Service Deep Dive: Amazon EC2 (Elastic Compute Cloud)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The compute backbone hosting the application container, async workers, and embedded web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🖥️ EC2 ROLE IN MINUTDEL ARCHITECTURE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Single-Artifact Unified Deployment</a:t>
            </a:r>
            <a:br/>
            <a:r>
              <a:t>  Instead of managing separate Nginx, Node.js, and Java servers, the React 18 production build is bundled into Spring Boot's static resources. One 'java -jar' command boots the entire platform.</a:t>
            </a:r>
            <a:br/>
            <a:br/>
            <a:r>
              <a:t>• Embedded Apache Tomcat Web Server</a:t>
            </a:r>
            <a:br/>
            <a:r>
              <a:t>  Listens natively on port 8080, handling incoming customer REST calls, category browsing, and cart operations.</a:t>
            </a:r>
            <a:br/>
            <a:br/>
            <a:r>
              <a:t>• Asynchronous Event Thread Pool</a:t>
            </a:r>
            <a:br/>
            <a:r>
              <a:t>  EC2 handles background threads (@Async) executing the 5-stage dark store fulfillment state machine without blocking HTTP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⚙️ EC2 CONFIGURATION &amp; FREE TIER SPECS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Instance Flavor: t2.micro (1 vCPU, 1 GB Memory)</a:t>
            </a:r>
            <a:br/>
            <a:r>
              <a:t>  Provides 750 free hours per month — enough to run 24/7 all year without billing.</a:t>
            </a:r>
            <a:br/>
            <a:br/>
            <a:r>
              <a:t>• Operating System: Ubuntu 24.04 LTS (HVM)</a:t>
            </a:r>
            <a:br/>
            <a:r>
              <a:t>  Hardened Linux environment with OpenJDK 21 and systemd management.</a:t>
            </a:r>
            <a:br/>
            <a:br/>
            <a:r>
              <a:t>• Process Daemonization: nohup &amp; Background Tasks</a:t>
            </a:r>
            <a:br/>
            <a:r>
              <a:t>  Executes: 'nohup java -jar target/*.jar &gt; app.log 2&gt;&amp;1 &amp;', allowing the server to persist indefinitely after SSH logout.</a:t>
            </a:r>
            <a:br/>
            <a:br/>
            <a:r>
              <a:t>• Port Forwarding Rule (Optional):</a:t>
            </a:r>
            <a:br/>
            <a:r>
              <a:t>  'iptables -t nat -A PREROUTING -p tcp --dport 80 -j REDIRECT --to-port 8080' forwards standard web traffic to Spring Boot seamlessly.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04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Service Deep Dive: Amazon SES (Email Invoicing)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Automated, non-blocking delivery of itemized tax invoice bills directly to customer inboxes.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⚡ Asynchronous Dispatch (@Async)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Zero Checkout Latency: Traditional email sending freezes the checkout button for 2-4 seconds during SMTP handshakes.</a:t>
            </a:r>
            <a:br/>
            <a:r>
              <a:t>• Non-blocking Worker: In MinutDel, AwsEmailService is annotated with @Async, firing on a background worker thread.</a:t>
            </a:r>
            <a:br/>
            <a:r>
              <a:t>• The customer receives instant checkout confirmation in under 50ms, while SES dispatches the email in the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🧾 Blinkit-Styled HTML Tax Invoice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High-Aesthetic Responsive Template: Generates responsive HTML bills formatted for mobile and desktop mail clients.</a:t>
            </a:r>
            <a:br/>
            <a:r>
              <a:t>• Complete Order Metadata: Includes Order ID, Dark Store Hub (#07), Date/Time, and Customer Details (Name, Phone, Address).</a:t>
            </a:r>
            <a:br/>
            <a:r>
              <a:t>• Itemized Table: Product names, unit sizes, quantities, prices, subtotal, handling fee, and 10-minute promo discounts.</a:t>
            </a:r>
            <a:br/>
            <a:r>
              <a:t>• Payment Badge: Renders green 'ONLINE PAID' with Txn ID or amber 'CASH ON DELIVERY (PENDING)'.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🛡️ AWS SES Free Tier &amp; Sandbox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62,000 Free Emails / Month: AWS provides 62,000 outbound emails free every month when sent from an EC2 instance.</a:t>
            </a:r>
            <a:br/>
            <a:r>
              <a:t>• Sandbox Protection: Prevents accidental spam by requiring sender and receiver verification in AWS SES Console.</a:t>
            </a:r>
            <a:br/>
            <a:r>
              <a:t>• AWS SDK v2 Client: Uses software.amazon.awssdk:ses:2.25.31 for reliable tokenized API requests.</a:t>
            </a:r>
            <a:br/>
            <a:r>
              <a:t>• Fallback Simulation Mode: Caches invoice in memory with local web viewer at /api/orders/{id}/invoice if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05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Service Deep Dive: Amazon S3 (Decoupled Media Storage)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Offloading static product assets to cloud object storage eliminates compute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📦 THE STATELESS SERVER PRINCIPLE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Why Local File Storage Breaks Quick Commerce:</a:t>
            </a:r>
            <a:br/>
            <a:r>
              <a:t>  Storing high-res grocery photos on EC2 hard drives (EBS) makes the server 'stateful'. When traffic surges, you cannot easily spin up additional instances without synchronizing files across servers.</a:t>
            </a:r>
            <a:br/>
            <a:br/>
            <a:r>
              <a:t>• Decoupled Object Storage (Amazon S3):</a:t>
            </a:r>
            <a:br/>
            <a:r>
              <a:t>  All catalog images (milk cartons, fresh produce, snacks) reside in an Amazon S3 bucket ('minutdel-product-assets').</a:t>
            </a:r>
            <a:br/>
            <a:br/>
            <a:r>
              <a:t>• Zero Compute Overhead:</a:t>
            </a:r>
            <a:br/>
            <a:r>
              <a:t>  Images are streamed directly from S3 to customer web browsers. The EC2 instance CPU never touches image pixels, leaving 100% of compute capacity free for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⚡ AWS SDK v2 INTEGRATION &amp; RESILIENCE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AWS SDK v2 Client Implementation (AwsS3Service.java):</a:t>
            </a:r>
            <a:br/>
            <a:r>
              <a:t>  Initializes an S3Client using Region.AP_SOUTH_1. Automatically detects bucket presence via s3Client.headBucket().</a:t>
            </a:r>
            <a:br/>
            <a:br/>
            <a:r>
              <a:t>• Graceful Resilience Pattern:</a:t>
            </a:r>
            <a:br/>
            <a:r>
              <a:t>  If cloud credentials are absent or S3 is unreachable, the service automatically falls back to curated high-resolution CDNs without crashing the application.</a:t>
            </a:r>
            <a:br/>
            <a:br/>
            <a:r>
              <a:t>• AWS Free Tier Limits:</a:t>
            </a:r>
            <a:br/>
            <a:r>
              <a:t>  5 GB of standard object storage and 20,000 GET requests/month — more than enough for thousands of grocery browsing sessions.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06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Service Deep Dive: Amazon RDS (Managed Relational Database)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Transactional ACID guarantees for real-time inventory locking with dual-profile agility.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🗄️ INVENTORY INTEGRITY &amp; CONCURRENCY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Real-Time Stock Subtraction (@Transactional):</a:t>
            </a:r>
            <a:br/>
            <a:r>
              <a:t>  Quick Commerce dark stores carry limited units (e.g., 20 packets of milk). When a customer checks out, the database immediately checks 'stockQuantity &gt;= orderedQuantity' and decrements the inventory atomically.</a:t>
            </a:r>
            <a:br/>
            <a:br/>
            <a:r>
              <a:t>• Preventing Double-Selling:</a:t>
            </a:r>
            <a:br/>
            <a:r>
              <a:t>  ACID transactions ensure that two customers cannot purchase the last item simultaneously.</a:t>
            </a:r>
            <a:br/>
            <a:br/>
            <a:r>
              <a:t>• Managed Maintenance &amp; Backups:</a:t>
            </a:r>
            <a:br/>
            <a:r>
              <a:t>  Amazon RDS handles automated point-in-time recovery, OS patching, and hardware failover without engineering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🔄 DUAL-PROFILE ZERO-LOCK-IN ARCHITECTURE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Local Profile (spring.profiles.active=local):</a:t>
            </a:r>
            <a:br/>
            <a:r>
              <a:t>  Boots embedded in-memory H2 database. Developers can clone and run with zero PostgreSQL installation, testing with H2 Web Console (/h2-console).</a:t>
            </a:r>
            <a:br/>
            <a:br/>
            <a:r>
              <a:t>• Production Profile (spring.profiles.active=aws):</a:t>
            </a:r>
            <a:br/>
            <a:r>
              <a:t>  Seamlessly connects to Amazon RDS PostgreSQL using environment variables: RDS_JDBC_URL, RDS_USERNAME, RDS_PASSWORD.</a:t>
            </a:r>
            <a:br/>
            <a:br/>
            <a:r>
              <a:t>• Hibernate JPA Abstraction:</a:t>
            </a:r>
            <a:br/>
            <a:r>
              <a:t>  Zero SQL queries need rewriting — Hibernate generates the correct dialect for both H2 and PostgreSQL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07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Security &amp; Governance: AWS IAM Roles &amp; Security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Eliminating hardcoded secrets using instance roles and least-privilege virtual firewalls.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🔑 AWS IAM ROLES (ZERO HARDCODED KEYS)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The Anti-Pattern (Hardcoded Secrets):</a:t>
            </a:r>
            <a:br/>
            <a:r>
              <a:t>  Inexperienced developers put AWS_ACCESS_KEY_ID and AWS_SECRET_ACCESS_KEY directly in code or git repos, leading to compromised AWS accounts.</a:t>
            </a:r>
            <a:br/>
            <a:br/>
            <a:r>
              <a:t>• The Production Pattern (IAM Instance Profile):</a:t>
            </a:r>
            <a:br/>
            <a:r>
              <a:t>  We attach an IAM Role ('MinutDel-EC2-SES-Role') with 'AmazonSESFullAccess' directly to the EC2 instance.</a:t>
            </a:r>
            <a:br/>
            <a:br/>
            <a:r>
              <a:t>• Automatic Credential Rotation:</a:t>
            </a:r>
            <a:br/>
            <a:r>
              <a:t>  The AWS SDK automatically fetches temporary security tokens from the EC2 Instance Metadata Service (IMDSv2) at 169.254.169.254. No keys exist on disk!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🛡️ SECURITY GROUPS (VIRTUAL FIREWALL)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Inbound Rule 1: Port 22 (SSH)</a:t>
            </a:r>
            <a:br/>
            <a:r>
              <a:t>  Restricted administration access for remote server configuration.</a:t>
            </a:r>
            <a:br/>
            <a:br/>
            <a:r>
              <a:t>• Inbound Rule 2: Port 80 (HTTP)</a:t>
            </a:r>
            <a:br/>
            <a:r>
              <a:t>  Standard internet web traffic gateway.</a:t>
            </a:r>
            <a:br/>
            <a:br/>
            <a:r>
              <a:t>• Inbound Rule 3: Port 8080 (Custom TCP)</a:t>
            </a:r>
            <a:br/>
            <a:r>
              <a:t>  Dedicated listener for MinutDel Spring Boot REST API and embedded React UI.</a:t>
            </a:r>
            <a:br/>
            <a:br/>
            <a:r>
              <a:t>• Outbound Rules: Default All (0.0.0.0/0)</a:t>
            </a:r>
            <a:br/>
            <a:r>
              <a:t>  Allows the EC2 instance to query AWS SES API, Amazon S3, and download Ubuntu package updates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08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Telemetry &amp; Observability: Actuator &amp; CloudWatch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Proving live cloud connectivity through real-time telemetry endpoints and structured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📡 Dynamic Cloud Telemetry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Live API Endpoint (/api/cloud-info): Dynamically discovers and surfaces whether the server is running on local hardware or AWS EC2.</a:t>
            </a:r>
            <a:br/>
            <a:r>
              <a:t>• Cloud Provider &amp; Region: Inspects EC2 metadata to display active region (e.g. ap-south-1).</a:t>
            </a:r>
            <a:br/>
            <a:r>
              <a:t>• S3 Bucket Connectivity: Reports whether cloud image storage is connected or simulating.</a:t>
            </a:r>
            <a:br/>
            <a:r>
              <a:t>• SES Sender &amp; Region: Exposes active sender email and dispatch engine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📊 CloudWatch System Metrics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CPU Utilization Alarms: Monitors t2.micro CPU credit balance and usage percentage.</a:t>
            </a:r>
            <a:br/>
            <a:r>
              <a:t>• Network In/Out Bytes: Tracks bandwidth consumed by API transactions and customer traffic.</a:t>
            </a:r>
            <a:br/>
            <a:r>
              <a:t>• Disk I/O Operations: Observes EBS volume read/write latency to ensure database performance.</a:t>
            </a:r>
            <a:br/>
            <a:r>
              <a:t>• 5 GB Free Log Ingestion: Centralizes system logs under AWS Free Tier allowance.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🔍 In-App Cloud Inspector Modal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One-Click UI Inspector: A dedicated 'Cloud Status' modal in the navigation bar lets evaluators inspect infrastructure.</a:t>
            </a:r>
            <a:br/>
            <a:r>
              <a:t>• Live Dialect Status: Proves active database engine (H2 vs RDS PostgreSQL).</a:t>
            </a:r>
            <a:br/>
            <a:r>
              <a:t>• Instance Hostname Display: Renders the active AWS EC2 internal and public IP hostname live.</a:t>
            </a:r>
            <a:br/>
            <a:r>
              <a:t>• Validates Free Tier Compliance: Real-time proof of zero-cost architecture during demos.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09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Seamless Lifecycle: How AWS Services Collaborate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Tracing an order from shopping cart to doorstep delivery across all integrated AWS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1325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9900"/>
                </a:solidFill>
              </a:defRPr>
            </a:pPr>
            <a:r>
              <a:t>1. BROWSE &amp; CART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Customer adds groceries. Images streamed directly from Amazon S3. No EC2 image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1325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8CB46"/>
                </a:solidFill>
              </a:defRPr>
            </a:pPr>
            <a:r>
              <a:t>2. PAYMENT SELECTION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Customer enters Name, Address, Phone, Email. Chooses Cash on Delivery (COD) or Mock Online Gateway.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257800" cy="1325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831F"/>
                </a:solidFill>
              </a:defRPr>
            </a:pPr>
            <a:r>
              <a:t>3. MOCKPAY / COD AUTH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MockPay verifies UPI / Card with 3-step authorization spinner, generating unique transaction ref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337560"/>
            <a:ext cx="5257800" cy="1325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t>4. ATOMIC STOCK LOCK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Spring Boot receives order; Amazon RDS executes atomic inventory decrement in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57800" cy="1325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9900"/>
                </a:solidFill>
              </a:defRPr>
            </a:pPr>
            <a:r>
              <a:t>5. ASYNC SES DISPATCH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AwsEmailService generates HTML tax invoice and dispatches to customer inbox via Amazon 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846320"/>
            <a:ext cx="5257800" cy="1325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831F"/>
                </a:solidFill>
              </a:defRPr>
            </a:pPr>
            <a:r>
              <a:t>6. 10-MIN FULFILLMENT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Async simulator triggers: PLACED -&gt; PACKING -&gt; RIDER_ASSIGNED -&gt; OUT_FOR_DELIVERY -&gt; DELIVERED.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10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AWS Free Tier Service Mapping &amp; Cost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Guaranteed zero financial liability through strict architectural constraint adherence.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804672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CB46"/>
                </a:solidFill>
              </a:defRPr>
            </a:pPr>
            <a:r>
              <a:t>Amazon EC2 (Compute)  •  t2.micro / t3.micro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AWS Free Tier Quota: 750 Hours / Month (100% Free)   |   Architecture Fit: MinutDel single-instance runs 24/7 without exceeding allowance (744 hrs in a 31-day month).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804672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831F"/>
                </a:solidFill>
              </a:defRPr>
            </a:pPr>
            <a:r>
              <a:t>Amazon SES (Messaging)  •  Outbound Emails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AWS Free Tier Quota: 62,000 Emails / Month Free   |   Architecture Fit: Free tier applies when emails are sent from an Amazon EC2 instance. Covers ~2,000 orders/day.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728655" cy="804672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Amazon S3 (Storage)  •  Standard Storage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AWS Free Tier Quota: 5 GB Storage + 20,000 GETs   |   Architecture Fit: Grocery imagery catalog consumes &lt; 50 MB, leaving 99% of free quota unused.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728655" cy="804672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CB46"/>
                </a:solidFill>
              </a:defRPr>
            </a:pPr>
            <a:r>
              <a:t>Amazon RDS (Database)  •  db.t3.micro PostgreSQL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AWS Free Tier Quota: 750 Hours / Month + 20 GB   |   Architecture Fit: Covers primary relational database with multi-AZ snapshot capabilities at zero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8655" cy="804672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831F"/>
                </a:solidFill>
              </a:defRPr>
            </a:pPr>
            <a:r>
              <a:t>Amazon CloudWatch  •  Basic Metrics &amp; Logs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AWS Free Tier Quota: 5 GB Log Ingestion + 3 Alarms   |   Architecture Fit: Sufficient for application health monitoring, CPU credit tracking, and Tomcat error logging.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11 • AWS CLOUD SERVICES &amp; ARCHITECTURE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Viva Defense &amp; Evaluator Q&amp;A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Authoritative, industry-standard answers to critical cloud computing defense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9900"/>
                </a:solidFill>
              </a:defRPr>
            </a:pPr>
            <a:r>
              <a:t>Q: Why did you use Amazon SES instead of standard SMTP in JavaMail?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A: Standard JavaMail SMTP blocks thread execution during DNS resolution and handshake, slowing checkout to 3+ seconds. Amazon SES provides an asynchronous, tokenized REST client with 62,000 free emails/mo from EC2 and built-in DKIM/SPF deliverability.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831F"/>
                </a:solidFill>
              </a:defRPr>
            </a:pPr>
            <a:r>
              <a:t>Q: Why is S3 preferred over local EC2 disk storage for grocery images?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A: Storing media on EC2 EBS block storage makes the instance 'stateful', preventing auto-scaling and wasting expensive compute disk. Amazon S3 decouples media storage with 99.999999999% durability and serves assets directly to client browsers.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0728655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Q: How does MinutDel handle AWS credentials securely on EC2?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A: We use IAM Instance Profiles ('MinutDel-EC2-SES-Role'). The AWS SDK fetches temporary rotating security tokens via IMDSv2. Zero access keys or secret keys are stored in source code or server disk.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CB46"/>
                </a:solidFill>
              </a:defRPr>
            </a:pPr>
            <a:r>
              <a:t>Q: What is the benefit of your Single-Artifact architecture?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A: We embed the compiled Vite React 18 production bundle inside Spring Boot's static resources. A single 'java -jar' command serves both the REST API and the frontend on port 8080, eliminating separate Node/Nginx setup on EC2.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